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4630400" cy="8229600"/>
  <p:notesSz cx="8229600" cy="14630400"/>
  <p:embeddedFontLst>
    <p:embeddedFont>
      <p:font typeface="Instrument Sans Medium" panose="020B0604020202020204" charset="0"/>
      <p:regular r:id="rId12"/>
    </p:embeddedFont>
    <p:embeddedFont>
      <p:font typeface="Instrument Sans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79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00332"/>
            <a:ext cx="1251109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68316"/>
            <a:ext cx="9789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17301"/>
            <a:ext cx="953464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Comprehensive Email Operations Supported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124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1FF"/>
          </a:solidFill>
          <a:ln w="7620">
            <a:solidFill>
              <a:srgbClr val="B2C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0906" y="3202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 &amp; Open Emails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69272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Effortlessly browse Inbox and Sent emails, and open specific messages with a simple voice command.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3124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1FF"/>
          </a:solidFill>
          <a:ln w="7620">
            <a:solidFill>
              <a:srgbClr val="B2C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94000" y="3202305"/>
            <a:ext cx="32582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Compose &amp; Send Emails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69272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Draft new emails and send them using only your voice, streamlining your communication workflow.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721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1FF"/>
          </a:solidFill>
          <a:ln w="7620">
            <a:solidFill>
              <a:srgbClr val="B2C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0906" y="4950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Text-to-Speech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0906" y="5440442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Experience hands-free email consumption with our integrated Text-to-Speech feature, reading emails aloud.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56884" y="48721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1FF"/>
          </a:solidFill>
          <a:ln w="7620">
            <a:solidFill>
              <a:srgbClr val="B2C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4000" y="4950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Gmail API Integration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94000" y="5440442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Leveraging the robust Gmail API for secure and efficient email handling, ensuring reliability and performance.</a:t>
            </a:r>
            <a:endParaRPr lang="en-US" sz="1750" dirty="0"/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B4D08887-23C2-5B30-5DFF-EBFD77B51D20}"/>
              </a:ext>
            </a:extLst>
          </p:cNvPr>
          <p:cNvSpPr txBox="1"/>
          <p:nvPr/>
        </p:nvSpPr>
        <p:spPr>
          <a:xfrm>
            <a:off x="12677775" y="7700963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3931"/>
            <a:ext cx="1735574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41916"/>
            <a:ext cx="14633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FUNCTIONALITY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0901"/>
            <a:ext cx="818316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Open Email: Accessing Your Messages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53189"/>
            <a:ext cx="4801076" cy="37803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450895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2624852"/>
            <a:ext cx="550354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Seamless Access to Email Content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6239828" y="3276957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system empowers users to open any email from their Inbox or Sent folders. Once opened, emails are clearly displayed with the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subject, sender/receiver, and the full email body content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9828" y="45924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It Works: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39828" y="5173623"/>
            <a:ext cx="7604284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email is assigned a unique Gmail message ID.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Upon user voice command, this ID is sent to the backend.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Gmail API fetches the complete email content.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Content is then rendered in an easily readable format.</a:t>
            </a:r>
            <a:endParaRPr lang="en-US" sz="1750" dirty="0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4C497C35-720E-5564-2CE6-80EF8CD68B92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3064"/>
            <a:ext cx="1766173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71049"/>
            <a:ext cx="14939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VOICE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0033"/>
            <a:ext cx="120719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Voice-Controlled Email Opening: Enhanced Accessibility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630436" y="2127171"/>
            <a:ext cx="9562505" cy="5399246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57250" y="2382322"/>
            <a:ext cx="4441031" cy="2910245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4544" y="26396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Natural Commands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4544" y="3220760"/>
            <a:ext cx="39264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can open emails with intuitive voice commands like,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"Open mail one," "Open first email,"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"Open this mail."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525095" y="2382322"/>
            <a:ext cx="4441031" cy="2910245"/>
          </a:xfrm>
          <a:prstGeom prst="roundRect">
            <a:avLst>
              <a:gd name="adj" fmla="val 3274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82389" y="26396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Intelligent Mapping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82389" y="3220760"/>
            <a:ext cx="392644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intelligently maps your voice command to the corresponding email index, ensuring the correct email is opened automatically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57250" y="554771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Benefits: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57250" y="6199823"/>
            <a:ext cx="9108877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Completely hands-free operation.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Accelerated navigation through emails.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Significantly improves overall accessibility for all users.</a:t>
            </a:r>
            <a:endParaRPr lang="en-US" sz="1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609" y="2382322"/>
            <a:ext cx="3253502" cy="32535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D6E12F-F3E4-CF7C-A03D-5C19C5D15978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8545"/>
            <a:ext cx="1604963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06529"/>
            <a:ext cx="13327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55514"/>
            <a:ext cx="974907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Read Email Aloud: Text-to-Speech Integration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389465"/>
            <a:ext cx="488501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Effortless Audio Consumption of Emails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466862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Text-to-Speech (TTS) feature converts email content into spoken words, allowing for convenient audio consumption.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926" y="4652195"/>
            <a:ext cx="2318623" cy="23186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39828" y="2417802"/>
            <a:ext cx="3688675" cy="2910245"/>
          </a:xfrm>
          <a:prstGeom prst="roundRect">
            <a:avLst>
              <a:gd name="adj" fmla="val 5027"/>
            </a:avLst>
          </a:prstGeom>
          <a:solidFill>
            <a:srgbClr val="FFFFF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09348" y="2417802"/>
            <a:ext cx="121920" cy="2910245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10" name="Text 7"/>
          <p:cNvSpPr/>
          <p:nvPr/>
        </p:nvSpPr>
        <p:spPr>
          <a:xfrm>
            <a:off x="6588562" y="2675096"/>
            <a:ext cx="30826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Voice Controls for Reading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88562" y="3610570"/>
            <a:ext cx="3082647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"Read this email"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"Stop reading"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"Pause"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0155317" y="2417802"/>
            <a:ext cx="3688794" cy="2910245"/>
          </a:xfrm>
          <a:prstGeom prst="roundRect">
            <a:avLst>
              <a:gd name="adj" fmla="val 5027"/>
            </a:avLst>
          </a:prstGeom>
          <a:solidFill>
            <a:srgbClr val="FFFFF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24837" y="2417802"/>
            <a:ext cx="121920" cy="2910245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14" name="Text 11"/>
          <p:cNvSpPr/>
          <p:nvPr/>
        </p:nvSpPr>
        <p:spPr>
          <a:xfrm>
            <a:off x="10627757" y="2675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Primary Advantage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504051" y="3256240"/>
            <a:ext cx="30827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Enables truly hands-free and eyes-free email consumption, perfect for multitasking or visually impaired users.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239828" y="542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TTS Reads: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39828" y="6005817"/>
            <a:ext cx="7604284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 of the email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Sender / Receiver details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Entire email body</a:t>
            </a:r>
            <a:endParaRPr lang="en-US" sz="1750" dirty="0"/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1E010DC8-BAC0-447D-EE6D-43C301D09F75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57501"/>
            <a:ext cx="1574602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25485"/>
            <a:ext cx="13024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74470"/>
            <a:ext cx="873871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Compose Email: Voice-Powered Drafting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608421"/>
            <a:ext cx="5428893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Compose New Emails Using Only Your Voice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685818"/>
            <a:ext cx="54288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platform allows users to compose comprehensive emails through intuitive voice interaction. The system guides you through all necessary fields, ensuring no detail is missed.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64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Required Fields: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945386"/>
            <a:ext cx="5428893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Recipient email address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 of the email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 message body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783705" y="2636758"/>
            <a:ext cx="3416737" cy="1223248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999" y="2894052"/>
            <a:ext cx="290214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System Prompts Recipient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427256" y="2636758"/>
            <a:ext cx="3416856" cy="1223248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84550" y="2894052"/>
            <a:ext cx="29022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User Speaks Email Address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83705" y="4086820"/>
            <a:ext cx="3416737" cy="1223248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999" y="4344114"/>
            <a:ext cx="290214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System Prompts Subject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427256" y="4086820"/>
            <a:ext cx="3416856" cy="1223248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4550" y="4344114"/>
            <a:ext cx="29022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User Speaks Subject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783705" y="5536883"/>
            <a:ext cx="7060406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2C7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54791" y="5794177"/>
            <a:ext cx="49182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 System Prompts Message Content</a:t>
            </a:r>
            <a:endParaRPr lang="en-US" sz="2200" dirty="0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BBDAD2D3-6086-17E1-BC87-726BACB8D302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6167"/>
            <a:ext cx="1911072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34152"/>
            <a:ext cx="16388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83137"/>
            <a:ext cx="946975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Voice-Guided Email Drafting &amp; Confirmation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45425"/>
            <a:ext cx="3661410" cy="3661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16222" y="2417088"/>
            <a:ext cx="55178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Ensuring Accuracy Before Sending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5016222" y="3069193"/>
            <a:ext cx="88278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system employs step-by-step voice prompts to guide users through the entire email drafting process. Crucially, it confirms all entered details before the email is sent, preventing errors.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016222" y="4384715"/>
            <a:ext cx="30732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Example Confirmation: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16222" y="4965859"/>
            <a:ext cx="88278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"You are sending an email to [Recipient Name]. Say yes to send or no to cancel."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016222" y="55555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Benefits: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16222" y="6136719"/>
            <a:ext cx="882788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Significantly reduces manual typing effort.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Provides a highly user-friendly and intuitive interaction.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Ensures error confirmation prior to final dispatch.</a:t>
            </a:r>
            <a:endParaRPr lang="en-US" sz="1750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50CC717-865C-7A91-3021-700DB3686D00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956" y="632817"/>
            <a:ext cx="1148001" cy="422077"/>
          </a:xfrm>
          <a:prstGeom prst="roundRect">
            <a:avLst>
              <a:gd name="adj" fmla="val 17924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700326"/>
            <a:ext cx="87796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7956" y="1144191"/>
            <a:ext cx="10204133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Send Email Feature: Secure &amp; Real-time Delivery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87956" y="2265640"/>
            <a:ext cx="6252567" cy="844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Reliable Email Transmission via Gmail API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87956" y="3333512"/>
            <a:ext cx="6252567" cy="1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send email functionality ensures robust and secure email delivery, leveraging the official Gmail API. Authentication is managed via guaranteeing data integrity and user privacy.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7956" y="499241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Flow: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7956" y="5567720"/>
            <a:ext cx="6252567" cy="1794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 content is meticulously converted into MIME format.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Gmail API's send method is securely invoked.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provides immediate voice feedback upon successful delivery.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936" y="2293501"/>
            <a:ext cx="3803690" cy="38036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35158" y="6348532"/>
            <a:ext cx="5914906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Emails are delivered in real-time, providing an efficient and immediate communication experience.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7497" y="6348532"/>
            <a:ext cx="30480" cy="717709"/>
          </a:xfrm>
          <a:prstGeom prst="rect">
            <a:avLst/>
          </a:prstGeom>
          <a:solidFill>
            <a:srgbClr val="002253"/>
          </a:solidFill>
          <a:ln/>
        </p:spPr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E0E7A455-F4D6-E1A6-50CE-55D306CB94B1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03697"/>
            <a:ext cx="1246942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71682"/>
            <a:ext cx="9747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FEEDBACK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20666"/>
            <a:ext cx="956179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Instant Voice Confirmation for Email Sending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242780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242780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7" name="Text 5"/>
          <p:cNvSpPr/>
          <p:nvPr/>
        </p:nvSpPr>
        <p:spPr>
          <a:xfrm>
            <a:off x="1463278" y="2685098"/>
            <a:ext cx="2948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Sending Confirmation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175516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"Sending email, please wait"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42780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6482" y="242780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243" y="2685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Successful Delivery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3175516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"Email sent successfully"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42780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5E98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9653" y="242780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98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366415" y="2685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Error Notification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317551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"Failed to send email"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(in case of an error)</a:t>
            </a:r>
            <a:endParaRPr lang="en-US" sz="17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68917"/>
            <a:ext cx="2301716" cy="230171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6528" y="4640580"/>
            <a:ext cx="482965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Advantage of Voice Feedback: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3656528" y="5292685"/>
            <a:ext cx="10187583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receive immediate, clear confirmation of their email's status.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Enhances user trust and overall system usability.</a:t>
            </a:r>
            <a:endParaRPr lang="en-US" sz="1750" dirty="0"/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24F06129-8810-6237-A3F7-520490FC67D0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36821"/>
            <a:ext cx="2710577" cy="426244"/>
          </a:xfrm>
          <a:prstGeom prst="roundRect">
            <a:avLst>
              <a:gd name="adj" fmla="val 17880"/>
            </a:avLst>
          </a:prstGeom>
          <a:solidFill>
            <a:srgbClr val="CCE1F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04806"/>
            <a:ext cx="24384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&amp;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53791"/>
            <a:ext cx="884443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Robust Security &amp; Sent Mail Management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887742"/>
            <a:ext cx="613148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Measures in Email Operations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539847"/>
            <a:ext cx="882788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OAuth-based Gmail API authorization for secure access.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Session-based access control to prevent unauthorized usage.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554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Sent Mail Feature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507540"/>
            <a:ext cx="882788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Displays a comprehensive list of all sent emails.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Clearly shows recipient, subject, and date/time of dispatch.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Allows users to open sent emails for full content viewing and read-aloud options.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701" y="2916079"/>
            <a:ext cx="3651766" cy="3651766"/>
          </a:xfrm>
          <a:prstGeom prst="rect">
            <a:avLst/>
          </a:prstGeom>
        </p:spPr>
      </p:pic>
      <p:sp>
        <p:nvSpPr>
          <p:cNvPr id="10" name="TextBox 14">
            <a:extLst>
              <a:ext uri="{FF2B5EF4-FFF2-40B4-BE49-F238E27FC236}">
                <a16:creationId xmlns:a16="http://schemas.microsoft.com/office/drawing/2014/main" id="{FCDA8C79-2B8F-E313-8553-2CFA429E9472}"/>
              </a:ext>
            </a:extLst>
          </p:cNvPr>
          <p:cNvSpPr txBox="1"/>
          <p:nvPr/>
        </p:nvSpPr>
        <p:spPr>
          <a:xfrm>
            <a:off x="12677775" y="7691438"/>
            <a:ext cx="1866900" cy="447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732</Words>
  <Application>Microsoft Office PowerPoint</Application>
  <PresentationFormat>Custom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vaghevi pappala</cp:lastModifiedBy>
  <cp:revision>3</cp:revision>
  <dcterms:created xsi:type="dcterms:W3CDTF">2026-01-28T12:34:59Z</dcterms:created>
  <dcterms:modified xsi:type="dcterms:W3CDTF">2026-01-29T15:19:06Z</dcterms:modified>
</cp:coreProperties>
</file>